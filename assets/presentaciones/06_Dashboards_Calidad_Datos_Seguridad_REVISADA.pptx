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 — Plataformas, Visualización y Seguridad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Calidad de Datos y Seguridad en IoT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cómo visualizar datos de forma útil, evaluar su calidad y proteger una solución IoT básica.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presentation_slide_style_ima_6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recibir datos: deben ser confiables, visibles y protegidos.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Visualización, calidad y seguridad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presentation_slide_style_ima_6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 integrada de visualización, continuidad, calidad de datos y prácticas básicas de seguridad.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 — Plataformas, Visualización y Seguridad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dashboards con variables, tendencias y alarmas.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indicadores de calidad de datos.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riesgos frecuentes en redes IoT.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buenas prácticas mínimas de seguridad.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riesgos, controles y criterios de calidad para el proyecto.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útiles y confiables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IoT pierde valor si sus datos son incompletos, tardíos, inseguros o difíciles de interpretar.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mostrar estado actual, tendencia, histórico y alertas de forma comprensible.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Evalúa completitud, exactitud, actualidad, consistencia y continuidad de los datos.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accesos no autorizados, exposición de puertos y manipulación de información.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confianza en el dashboard depende de la calidad y seguridad del dato.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dato recibido a decisión confiable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debe evaluarse antes de interpretar los resultados.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 del nodo.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y formato.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Huecos y latencia.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y alerta.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y protección.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dato visible no necesariamente es un dato confiable.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y controles básicos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IoT debe aplicarse desde el prototipo, aunque sea académico.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Contraseñas débiles.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Puertos expuestos.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sin autenticación.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sin validación.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y claves robustas.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o red controlada.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cuando sea posible.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validación y logs.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de datos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Completitud del registro.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 real de muestreo.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 y continuidad.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de unidades.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dashboard congelado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dashboard muestra el último valor, pero el sensor dejó de transmitir durante varios minutos.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Último dato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antiguo.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actualidad.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retraso.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huecos.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diagnóstico.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indicador agregaría para evitar una falsa sensación de normalidad?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riesgos y calidad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Analice un sistema IoT hipotético. Identifique tres riesgos, dos indicadores de calidad de datos y dos mejoras de visualización.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lista de riesgos, controles y mejoras del dashboard.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visualizar datos y analizarlos?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timestamp es crítico en IoT?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continuidad de datos?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riesgo tiene un broker MQTT sin autenticación?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mostrar una alarma útil?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final debe incluir criterios mínimos de calidad y seguridad.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matriz simple de calidad de datos y seguridad.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debe ser claro y funcional.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depende de completitud y actualidad.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huecos de datos deben detectarse.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empieza con accesos controlados.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puertos expuestos aumentan riesgo.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alerta debe ser accionable.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incluir timestamp, estado del flujo y criterio de seguridad mínima.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Dashboards, Calidad de Datos y Seguridad en IoT</dc:title>
  <dc:subject>Dashboards, Calidad de Datos y Seguridad en IoT</dc:subject>
  <dc:creator>UAN - Curso Vacacional Redes de Datos e IoT</dc:creator>
  <cp:lastModifiedBy>UAN - Curso Vacacional Redes de Datos e IoT</cp:lastModifiedBy>
  <cp:revision>1</cp:revision>
  <dcterms:created xsi:type="dcterms:W3CDTF">2026-06-21T04:04:20Z</dcterms:created>
  <dcterms:modified xsi:type="dcterms:W3CDTF">2026-06-21T04:04:20Z</dcterms:modified>
</cp:coreProperties>
</file>