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74066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Teórica 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704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 — Proyecto Integrador IoT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65836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Técnico de una Aplicación IoT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15184"/>
            <a:ext cx="61264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Guiar la definición del problema, variables, sensores, comunicación, plataforma y alcance del prototipo.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0" y="1078992"/>
            <a:ext cx="4160520" cy="35844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1" name="Image 0" descr="/mnt/data/ghostwriter_images/generated/wide_infographic_slide_in_a_clean_flat_isometric_s_7_batch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790507"/>
            <a:ext cx="3840480" cy="21614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" y="5074920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5266944"/>
            <a:ext cx="10287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buen proyecto IoT se diseña antes de conectarse: problema, dato, arquitectura y evidencia.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55080"/>
            <a:ext cx="5486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visual del tema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una aplicación IoT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70432"/>
            <a:ext cx="109270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2" name="Image 0" descr="/mnt/data/ghostwriter_images/generated/wide_infographic_slide_in_a_clean_flat_isometric_s_7_batch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345" y="1298448"/>
            <a:ext cx="7392550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" y="5687568"/>
            <a:ext cx="10698480" cy="402336"/>
          </a:xfrm>
          <a:prstGeom prst="roundRect">
            <a:avLst>
              <a:gd name="adj" fmla="val 11364"/>
            </a:avLst>
          </a:prstGeom>
          <a:solidFill>
            <a:srgbClr val="EAF4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5815584"/>
            <a:ext cx="1037844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diseño desde la identificación del problema hasta el prototipo final conectado.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 — Proyecto Integrador IoT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53312"/>
            <a:ext cx="5852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finalizar la sesión, el estudiante podrá: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8790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Plantear un problema técnico abordable mediante IoT.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5374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variables, sensores y microcontrolador.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9582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arquitectura, flujo de datos y dashboard.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541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alcance, requerimientos y evidencias del prototipo.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20840" y="1389888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95160" y="1664208"/>
            <a:ext cx="3886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221992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Ficha técnica del proyecto integrador.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4069080"/>
            <a:ext cx="3429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17880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breve para clase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antes de implementar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98448"/>
            <a:ext cx="107899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prototipo IoT funcional requiere coherencia entre problema, variable, sensor, comunicación y visualización.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4FF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203704"/>
            <a:ext cx="475488" cy="475488"/>
          </a:xfrm>
          <a:prstGeom prst="ellipse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ser real, medible y resoluble con monitoreo, alerta o análisis de datos.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6168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9F7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203704"/>
            <a:ext cx="475488" cy="475488"/>
          </a:xfrm>
          <a:prstGeom prst="ellipse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tener unidad, rango esperado, frecuencia de muestreo y criterio de interpretación.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6500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FFF4E8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203704"/>
            <a:ext cx="475488" cy="475488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0625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sensores, nodo, protocolo, plataforma, dashboard, seguridad y evidencias.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1005840" y="5504688"/>
            <a:ext cx="10195560" cy="438912"/>
          </a:xfrm>
          <a:prstGeom prst="roundRect">
            <a:avLst>
              <a:gd name="adj" fmla="val 10417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8720" y="5650992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del prototipo depende de decisiones de diseño justificadas.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diseño del prototipo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implementación se vuelve más clara cuando el diseño se expresa como una secuencia técnica.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69771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69771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 real.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684678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21838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7250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7250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68142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49854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medir.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912157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49317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24728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77333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medir.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7139635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76795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2206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52206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23099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4811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enviar.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9367114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4274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79685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79685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50578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632290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decidir.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60120" y="4828032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43000" y="5047488"/>
            <a:ext cx="9921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decisión debe justificarse en función del problema y no solo por disponibilidad de componentes.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comparativo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 del proyecto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070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requerimientos ordenan lo que el sistema debe hacer y cómo debe comportarse.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583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4FF"/>
          </a:solidFill>
          <a:ln w="15240">
            <a:solidFill>
              <a:srgbClr val="073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865376"/>
            <a:ext cx="3377184" cy="502920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variable definida.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Publicar datos periódicos.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dashboard.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alerta o indicador.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921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9F7"/>
          </a:solidFill>
          <a:ln w="15240">
            <a:solidFill>
              <a:srgbClr val="1598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0456" y="1865376"/>
            <a:ext cx="3377184" cy="502920"/>
          </a:xfrm>
          <a:prstGeom prst="rect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93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funcionales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6482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676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Frecuencia de muestreo.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82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676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Continuidad mínima.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6482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676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Claridad visual.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6482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8676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básica.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1259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FFF4E8"/>
          </a:solidFill>
          <a:ln w="15240">
            <a:solidFill>
              <a:srgbClr val="F28C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4256" y="1865376"/>
            <a:ext cx="3377184" cy="502920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31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820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6014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 de arquitectura.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3820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6014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comentado.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3820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6014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Capturas del dashboard.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3820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6014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funcionamiento.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aplicado a Ingeniería Electrónica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guía: diseño de monitoreo ambiental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89888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627632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de estudiantes diseña un prototipo para medir temperatura y humedad en un espacio académico.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variable.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2491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160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9125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DHT/SHT.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96519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2331720"/>
            <a:ext cx="493776" cy="493776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6188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3153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4982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y WiFi.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20547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4380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67181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69010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44575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8408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4244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4244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9120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Visualización.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143000" y="4892040"/>
            <a:ext cx="992124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389888" y="5138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requerimiento no funcional sería indispensable para validar este prototipo?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formativa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corta en clase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25880"/>
            <a:ext cx="10652760" cy="4160520"/>
          </a:xfrm>
          <a:prstGeom prst="roundRect">
            <a:avLst>
              <a:gd name="adj" fmla="val 1758"/>
            </a:avLst>
          </a:prstGeom>
          <a:solidFill>
            <a:srgbClr val="EAF9F7"/>
          </a:solidFill>
          <a:ln w="15240">
            <a:solidFill>
              <a:srgbClr val="BFE8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1673352"/>
            <a:ext cx="9921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Completar la ficha técnica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9509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equipo define problema, variable principal, sensor, microcontrolador, protocolo, plataforma, dashboard, riesgo principal y evidencia final.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91640" y="4434840"/>
            <a:ext cx="8732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3D5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4562856"/>
            <a:ext cx="8366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ficha técnica del proyecto integrador.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verificación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1554480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1572768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 que un problema sea adecuado para IoT?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868680" y="2167128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304288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22576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se deben definir unidades y rango de la variable?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868680" y="2916936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054096"/>
            <a:ext cx="228600" cy="22860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3072384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criterio usaría para elegir un sensor?</a:t>
            </a:r>
            <a:endParaRPr lang="en-US" sz="1470" dirty="0"/>
          </a:p>
        </p:txBody>
      </p:sp>
      <p:sp>
        <p:nvSpPr>
          <p:cNvPr id="20" name="Shape 18"/>
          <p:cNvSpPr/>
          <p:nvPr/>
        </p:nvSpPr>
        <p:spPr>
          <a:xfrm>
            <a:off x="868680" y="3666744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3803904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3822192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relación hay entre requerimientos y evaluación final?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" y="4553712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4572000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evidencia demuestra que el sistema funciona?</a:t>
            </a:r>
            <a:endParaRPr lang="en-US" sz="14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progresiva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 integrador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actividad consolida el diseño completo del proyecto integrador.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105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76148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5468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989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91032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8736" y="2542032"/>
            <a:ext cx="502920" cy="50292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8873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05916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5236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3757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20800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8641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641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1092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1143000" y="4956048"/>
            <a:ext cx="9875520" cy="530352"/>
          </a:xfrm>
          <a:prstGeom prst="roundRect">
            <a:avLst>
              <a:gd name="adj" fmla="val 10345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5157216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sugerida: ficha técnica validada antes de la implementación final.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la actividad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85623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diseño inicia con un problema medible.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455371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85623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variable define sensor y muestreo.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30275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7344" y="185623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evita improvisaciones.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0467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36499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2646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requerimientos orientan la evaluación.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455371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336499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evidencias deben planificarse.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830275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336499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prototipo debe demostrar valor técnico.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1051560" y="5138928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062A57"/>
          </a:solidFill>
          <a:ln w="12700">
            <a:solidFill>
              <a:srgbClr val="062A5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34440" y="5303520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proyecto: cerrar la ficha técnica antes de ajustar el prototipo final.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para estudio independiente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 y recursos de acceso libre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53312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4538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L. Dordal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453896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Introduction to Computer Networks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45389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open.umn.edu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" y="2066544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67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Peterson y Davie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167128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Networks: A Systems Approach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16712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systemsapproach.org / GitHub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77240" y="2779776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8803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Colima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880360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de las cosas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88036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 acceso libre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5935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Society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3593592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Internet de las Cosas: una breve reseña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93592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internetsociety.org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306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4306824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oficial y cookbook MQTT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306824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nodered.org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05840" y="5559552"/>
            <a:ext cx="10149840" cy="411480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" y="570585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docente: asignar una lectura breve antes de cada evaluación parcial.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Antonio Nariño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Técnico de una Aplicación IoT</dc:title>
  <dc:subject>Diseño Técnico de una Aplicación IoT</dc:subject>
  <dc:creator>UAN - Curso Vacacional Redes de Datos e IoT</dc:creator>
  <cp:lastModifiedBy>UAN - Curso Vacacional Redes de Datos e IoT</cp:lastModifiedBy>
  <cp:revision>1</cp:revision>
  <dcterms:created xsi:type="dcterms:W3CDTF">2026-06-21T04:04:21Z</dcterms:created>
  <dcterms:modified xsi:type="dcterms:W3CDTF">2026-06-21T04:04:21Z</dcterms:modified>
</cp:coreProperties>
</file>