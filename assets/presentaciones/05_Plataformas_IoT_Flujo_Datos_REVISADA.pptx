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 — Plataformas, Visualización y Seguridad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Plataformas IoT y Flujo de Datos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cómo se integran adquisición, procesamiento, almacenamiento y visualización en una solución IoT.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a_clean_infographic_slide_style_diagram_on_a_whi_5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plataforma convierte mensajes dispersos en información organizada y accionable.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datos en plataformas IoT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a_clean_infographic_slide_style_diagram_on_a_whi_5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completa desde el sensor y el ESP32 hasta la plataforma IoT, la base de datos y el dashboard.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 — Plataformas, Visualización y Seguridad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la función de una plataforma IoT.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Describir el flujo sensor → plataforma → dashboard.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Node-RED, Grafana, ThingsBoard, Blynk y Ubidots.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criterios para seleccionar una plataforma.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sensor-dashboard para el proyecto integrador.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 una plataforma IoT?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plataforma integra datos, aplica lógica, almacena históricos, genera alarmas y facilita visualización.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datos desde nodos, brokers o APIs y conecta servicios entre sí.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Filtra, transforma, valida y enruta información con reglas de negocio.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 variables, tendencias, estados y alarmas mediante dashboards.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es el puente entre medición, datos históricos y decisiones.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del dato en una plataforma IoT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utilidad del sistema depende de que el dato avance de manera ordenada por cada etapa.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variable.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lectura.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 mensaje.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Enruta y transforma.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 resultados.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debe poder probarse de forma independiente.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Opciones de plataforma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adecuada depende del objetivo didáctico y la infraestructura disponible.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flujos y prototipos.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MQTT, HTTP y bases de datos.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didáctico para lógica visual.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despliegue o servidor local.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/ BD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Fuerte en visualización histórica.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fuente de datos.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análisis de series temporales.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cuando interesa trazabilidad.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Blynk / Ubidots / ThingsBoard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Rápidas para prototipos.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Tienen dashboards listos.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depender de cuenta o nube.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para demostración y clases cortas.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plataforma para datos ambientales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nodo publica temperatura y humedad cada 5 segundos. Se requiere ver tendencia y generar alerta.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de datos.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componente permite comprobar si los datos llegan de forma continua?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el flujo sensor-dashboard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Dibuje el flujo completo de datos del proyecto. Incluya nodo, protocolo, plataforma, almacenamiento, dashboard y regla de alerta.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diagrama de flujo de datos para el proyecto IoT.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existe entre broker y plataforma IoT?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Node-RED es útil en integración?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se necesita una base de datos?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debe mostrar un dashboard mínimo?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criterio usaría para seleccionar una plataforma?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final requiere una plataforma definida y un flujo documentado.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Almacenamiento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diagrama de flujo con plataforma y servicios seleccionados.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organiza el flujo de datos.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 integra servicios de forma visual.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dashboards transforman datos en interpretación.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bases de datos permiten trazabilidad.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alertas agregan valor operativo.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flujo debe probarse por etapas.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construir el flujo desde la recepción de datos hasta la visualización.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Plataformas IoT y Flujo de Datos</dc:title>
  <dc:subject>Plataformas IoT y Flujo de Datos</dc:subject>
  <dc:creator>UAN - Curso Vacacional Redes de Datos e IoT</dc:creator>
  <cp:lastModifiedBy>UAN - Curso Vacacional Redes de Datos e IoT</cp:lastModifiedBy>
  <cp:revision>1</cp:revision>
  <dcterms:created xsi:type="dcterms:W3CDTF">2026-06-21T04:04:20Z</dcterms:created>
  <dcterms:modified xsi:type="dcterms:W3CDTF">2026-06-21T04:04:20Z</dcterms:modified>
</cp:coreProperties>
</file>