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 — Fundamentos de Redes de Datos e IoT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 de Datos, IoT e IIoT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para comprender la relación entre dispositivos, datos, redes y aplicaciones conectadas.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wide_clean_infographic_diagram_on_a_white_backgrou_1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variable física al dato útil: medir, comunicar, procesar y decidir.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 de redes, IoT e IIoT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wide_clean_infographic_diagram_on_a_white_backgrou_1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general del flujo desde variables físicas y sensores hasta plataformas, analítica y toma de decisiones.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 — Fundamentos de Redes de Datos e IoT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qué es una red de datos y qué elementos la componen.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IoT e IIoT por contexto, criticidad y alcance.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la arquitectura básica de un sistema IoT.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Relacionar sensores, nodos, red, plataforma y usuario final.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conceptual de una aplicación IoT con sus componentes principales.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 una red de datos?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red permite que dispositivos intercambien información mediante medios físicos o inalámbricos y reglas comunes.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Dispositivo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que genera, procesa o consume información: sensor, ESP32, computador, servidor o actuador.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por donde viajan los datos: cable Ethernet, WiFi, fibra, radiofrecuencia o red celular.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comunicación que organiza los mensajes, tiempos, direcciones, errores y servicios.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IoT, la red conecta el mundo físico con aplicaciones digitales.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fenómeno físico al servicio IoT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sistema IoT transforma una variable del entorno en información accionable.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Fenómeno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Temperatura, humedad, energía o estado.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la variable en señal.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Lee, procesa y prepara datos.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Transporta la información.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Visualiza, alerta o decide.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del sistema depende de la coherencia entre medición, red y aplicación.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e IIoT: diferencias esenciales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conectan dispositivos, pero el contexto industrial exige mayor disponibilidad y confiabilidad.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Domótica, salud, ambiente, consumo.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 costo y alta flexibilidad.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moderado ante fallas.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Énfasis en servicios al usuario.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IIoT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Máquinas, procesos y producción.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disponibilidad y robustez.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Fallas con impacto operativo.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Énfasis en control, datos y mantenimiento.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común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conectados.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de datos.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 y analítica.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basadas en información.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monitoreo ambiental de laboratorio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requiere monitorear temperatura y humedad en un laboratorio electrónico durante una jornada académica.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DHT, SHT o similar.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Adquisición y envío.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Conectividad local.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Publicación de datos.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 y alertas.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componentes adicionales serían necesarios para lograr trazabilidad y seguridad?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la arquitectura de un sistema real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Seleccione un ejemplo de IoT. Identifique sensor, nodo electrónico, red, protocolo, plataforma y usuario. Represente el flujo de datos y la decisión que se espera tomar.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mapa conceptual o diagrama básico de arquitectura IoT.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existe entre un dispositivo conectado y una aplicación IoT completa?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protocolo es tan importante como el hardware?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cuando una aplicación IoT se usa en un entorno industrial?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variable física podría monitorearse en un laboratorio de electrónica?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aparece el valor agregado de la información en un sistema IoT?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primera actividad define el marco conceptual del proyecto final.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problema, variable a monitorear y diagrama inicial de arquitectura.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red conecta nodos mediante reglas comunes.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integra sensores, comunicación y software.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IIoT exige mayor confiabilidad y trazabilidad.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orienta el diseño técnico.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debe convertirse en decisión útil.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proyecto inicia con un problema real.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seleccionar un problema que pueda resolverse mediante monitoreo IoT.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de Datos, IoT e IIoT</dc:title>
  <dc:subject>Redes de Datos, IoT e IIoT</dc:subject>
  <dc:creator>UAN - Curso Vacacional Redes de Datos e IoT</dc:creator>
  <cp:lastModifiedBy>UAN - Curso Vacacional Redes de Datos e IoT</cp:lastModifiedBy>
  <cp:revision>1</cp:revision>
  <dcterms:created xsi:type="dcterms:W3CDTF">2026-06-21T04:04:19Z</dcterms:created>
  <dcterms:modified xsi:type="dcterms:W3CDTF">2026-06-21T04:04:19Z</dcterms:modified>
</cp:coreProperties>
</file>